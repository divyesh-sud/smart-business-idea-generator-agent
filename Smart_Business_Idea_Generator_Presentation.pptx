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5" r:id="rId5"/>
    <p:sldId id="278" r:id="rId6"/>
    <p:sldId id="281" r:id="rId7"/>
    <p:sldId id="290" r:id="rId8"/>
    <p:sldId id="291" r:id="rId9"/>
    <p:sldId id="264" r:id="rId10"/>
    <p:sldId id="286" r:id="rId11"/>
    <p:sldId id="287" r:id="rId12"/>
    <p:sldId id="280" r:id="rId13"/>
    <p:sldId id="288" r:id="rId14"/>
    <p:sldId id="289"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1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Divyesh-Sud/Smart-Business-Idea-Generator-Agent.git"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r>
              <a:t>“Exploring the Power of Agentic AI with IBM Granite and watsonx Orchestrate”</a:t>
            </a:r>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31130446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Divyesh Manoj Sud</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divyeshsud98@gmail.com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9619565165</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E-Commerce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b="1" dirty="0"/>
              <a:t>Smart Business Idea Generator Agent</a:t>
            </a:r>
            <a:endParaRPr lang="en-IN" sz="2400" b="1" dirty="0">
              <a:highlight>
                <a:srgbClr val="FFFF00"/>
              </a:highlight>
            </a:endParaRPr>
          </a:p>
        </p:txBody>
      </p:sp>
      <p:pic>
        <p:nvPicPr>
          <p:cNvPr id="5" name="Picture 4">
            <a:extLst>
              <a:ext uri="{FF2B5EF4-FFF2-40B4-BE49-F238E27FC236}">
                <a16:creationId xmlns:a16="http://schemas.microsoft.com/office/drawing/2014/main" id="{BF7FBF0C-40DC-BF3C-1DA6-16664BB8E8F2}"/>
              </a:ext>
            </a:extLst>
          </p:cNvPr>
          <p:cNvPicPr>
            <a:picLocks noChangeAspect="1"/>
          </p:cNvPicPr>
          <p:nvPr/>
        </p:nvPicPr>
        <p:blipFill>
          <a:blip r:embed="rId3"/>
          <a:stretch>
            <a:fillRect/>
          </a:stretch>
        </p:blipFill>
        <p:spPr>
          <a:xfrm>
            <a:off x="4251754" y="3671458"/>
            <a:ext cx="751152" cy="95314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535085"/>
            <a:ext cx="10607040" cy="3323987"/>
          </a:xfrm>
          <a:prstGeom prst="rect">
            <a:avLst/>
          </a:prstGeom>
          <a:noFill/>
        </p:spPr>
        <p:txBody>
          <a:bodyPr wrap="square" rtlCol="0">
            <a:spAutoFit/>
          </a:bodyPr>
          <a:lstStyle/>
          <a:p>
            <a:pPr fontAlgn="base"/>
            <a:r>
              <a:rPr b="1" dirty="0"/>
              <a:t>Problem Statement : </a:t>
            </a:r>
            <a:r>
              <a:rPr dirty="0"/>
              <a:t>Smart Business Idea Generator Agent</a:t>
            </a:r>
          </a:p>
          <a:p>
            <a:pPr fontAlgn="base"/>
            <a:endParaRPr b="1" dirty="0"/>
          </a:p>
          <a:p>
            <a:pPr fontAlgn="base"/>
            <a:r>
              <a:rPr b="1" dirty="0"/>
              <a:t>The Challenge</a:t>
            </a:r>
          </a:p>
          <a:p>
            <a:pPr fontAlgn="base"/>
            <a:r>
              <a:rPr dirty="0"/>
              <a:t>Many aspiring entrepreneurs struggle to identify business opportunities that match their skills, interests, budget, and market demand. Business advice is often generic, making it difficult to find ideas that are practical and achievable.</a:t>
            </a:r>
          </a:p>
          <a:p>
            <a:pPr fontAlgn="base"/>
            <a:endParaRPr dirty="0"/>
          </a:p>
          <a:p>
            <a:pPr fontAlgn="base"/>
            <a:r>
              <a:rPr b="1" dirty="0"/>
              <a:t>The Objective</a:t>
            </a:r>
          </a:p>
          <a:p>
            <a:pPr fontAlgn="base"/>
            <a:r>
              <a:rPr b="1" dirty="0"/>
              <a:t>Build an AI-powered Smart Business Idea Generator Agent that:</a:t>
            </a:r>
          </a:p>
          <a:p>
            <a:pPr fontAlgn="base"/>
            <a:r>
              <a:rPr dirty="0"/>
              <a:t>• Collects user skills, interests, budget, experience, and goals.</a:t>
            </a:r>
          </a:p>
          <a:p>
            <a:pPr fontAlgn="base"/>
            <a:r>
              <a:rPr dirty="0"/>
              <a:t>• Generates personalized business ideas.</a:t>
            </a:r>
          </a:p>
          <a:p>
            <a:pPr fontAlgn="base"/>
            <a:r>
              <a:rPr dirty="0"/>
              <a:t>• Evaluates feasibility, startup costs, and revenue potential.</a:t>
            </a:r>
          </a:p>
          <a:p>
            <a:pPr fontAlgn="base"/>
            <a:r>
              <a:rPr dirty="0"/>
              <a:t>• Suggests target customers and business models.</a:t>
            </a:r>
          </a:p>
          <a:p>
            <a:pPr fontAlgn="base"/>
            <a:r>
              <a:rPr dirty="0"/>
              <a:t>• Creates launch roadmaps and validation strategies.</a:t>
            </a:r>
          </a:p>
          <a:p>
            <a:pPr fontAlgn="base"/>
            <a:r>
              <a:rPr dirty="0"/>
              <a:t>• Provides market trend insights and opportunity analysis.</a:t>
            </a:r>
          </a:p>
          <a:p>
            <a:endParaRPr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830997"/>
          </a:xfrm>
          <a:prstGeom prst="rect">
            <a:avLst/>
          </a:prstGeom>
          <a:noFill/>
        </p:spPr>
        <p:txBody>
          <a:bodyPr wrap="square" rtlCol="0">
            <a:spAutoFit/>
          </a:bodyPr>
          <a:lstStyle/>
          <a:p>
            <a:r>
              <a:rPr sz="2400" b="1" dirty="0"/>
              <a:t>Problem Statement - Smart Business Idea Generator Agent</a:t>
            </a: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535085"/>
            <a:ext cx="10607040" cy="5047536"/>
          </a:xfrm>
          <a:prstGeom prst="rect">
            <a:avLst/>
          </a:prstGeom>
          <a:noFill/>
        </p:spPr>
        <p:txBody>
          <a:bodyPr wrap="square" rtlCol="0">
            <a:spAutoFit/>
          </a:bodyPr>
          <a:lstStyle/>
          <a:p>
            <a:r>
              <a:rPr b="1" dirty="0"/>
              <a:t>Proposed Solution: Smart Business Idea Generator Agent</a:t>
            </a:r>
            <a:endParaRPr sz="2400" b="1" dirty="0"/>
          </a:p>
          <a:p>
            <a:r>
              <a:rPr dirty="0"/>
              <a:t>The solution is an AI-powered business ideation assistant built using IBM </a:t>
            </a:r>
            <a:r>
              <a:rPr dirty="0" err="1"/>
              <a:t>watsonx</a:t>
            </a:r>
            <a:r>
              <a:rPr dirty="0"/>
              <a:t> Orchestrate and IBM Granite models.</a:t>
            </a:r>
            <a:endParaRPr lang="en-IN" dirty="0"/>
          </a:p>
          <a:p>
            <a:endParaRPr dirty="0"/>
          </a:p>
          <a:p>
            <a:r>
              <a:rPr dirty="0"/>
              <a:t>The agent interacts with users to understand:</a:t>
            </a:r>
          </a:p>
          <a:p>
            <a:r>
              <a:rPr dirty="0"/>
              <a:t>• Skills and experience</a:t>
            </a:r>
          </a:p>
          <a:p>
            <a:r>
              <a:rPr dirty="0"/>
              <a:t>• Areas of interest</a:t>
            </a:r>
          </a:p>
          <a:p>
            <a:r>
              <a:rPr dirty="0"/>
              <a:t>• Available budget</a:t>
            </a:r>
          </a:p>
          <a:p>
            <a:r>
              <a:rPr dirty="0"/>
              <a:t>• Time commitment</a:t>
            </a:r>
          </a:p>
          <a:p>
            <a:r>
              <a:rPr dirty="0"/>
              <a:t>• Risk tolerance</a:t>
            </a:r>
          </a:p>
          <a:p>
            <a:r>
              <a:rPr dirty="0"/>
              <a:t>• Business goals</a:t>
            </a:r>
          </a:p>
          <a:p>
            <a:endParaRPr dirty="0"/>
          </a:p>
          <a:p>
            <a:r>
              <a:rPr dirty="0"/>
              <a:t>Using this information, the system generates personalized business ideas, evaluates feasibility, estimates startup costs, identifies revenue models, and recommends implementation roadmaps.</a:t>
            </a:r>
          </a:p>
          <a:p>
            <a:endParaRPr dirty="0"/>
          </a:p>
          <a:p>
            <a:r>
              <a:rPr dirty="0"/>
              <a:t>The agent also provides:</a:t>
            </a:r>
          </a:p>
          <a:p>
            <a:r>
              <a:rPr dirty="0"/>
              <a:t>• Market opportunity analysis</a:t>
            </a:r>
          </a:p>
          <a:p>
            <a:r>
              <a:rPr dirty="0"/>
              <a:t>• Customer targeting suggestions</a:t>
            </a:r>
          </a:p>
          <a:p>
            <a:r>
              <a:rPr dirty="0"/>
              <a:t>• Growth strategies</a:t>
            </a:r>
          </a:p>
          <a:p>
            <a:r>
              <a:rPr dirty="0"/>
              <a:t>• Risk assessment</a:t>
            </a:r>
          </a:p>
          <a:p>
            <a:r>
              <a:rPr dirty="0"/>
              <a:t>• MVP recommendations</a:t>
            </a:r>
          </a:p>
          <a:p>
            <a:endParaRPr dirty="0"/>
          </a:p>
          <a:p>
            <a:r>
              <a:rPr dirty="0"/>
              <a:t>The result is a practical assistant that helps aspiring entrepreneurs discover and validate business opportunities quickly.</a:t>
            </a:r>
          </a:p>
          <a:p>
            <a:endParaRPr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553013"/>
            <a:ext cx="7214616" cy="830997"/>
          </a:xfrm>
          <a:prstGeom prst="rect">
            <a:avLst/>
          </a:prstGeom>
          <a:noFill/>
        </p:spPr>
        <p:txBody>
          <a:bodyPr wrap="square" rtlCol="0">
            <a:spAutoFit/>
          </a:bodyPr>
          <a:lstStyle/>
          <a:p>
            <a:r>
              <a:rPr sz="2400" b="1" dirty="0"/>
              <a:t>Proposed Solution - Smart Business Idea Generator Agent</a:t>
            </a:r>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2677656"/>
          </a:xfrm>
          <a:prstGeom prst="rect">
            <a:avLst/>
          </a:prstGeom>
          <a:noFill/>
        </p:spPr>
        <p:txBody>
          <a:bodyPr wrap="square" lIns="91440" tIns="45720" rIns="91440" bIns="45720" rtlCol="0" anchor="t">
            <a:spAutoFit/>
          </a:bodyPr>
          <a:lstStyle/>
          <a:p>
            <a:r>
              <a:rPr b="1" dirty="0"/>
              <a:t>IBM </a:t>
            </a:r>
            <a:r>
              <a:rPr b="1" dirty="0" err="1"/>
              <a:t>watsonx</a:t>
            </a:r>
            <a:r>
              <a:rPr b="1" dirty="0"/>
              <a:t> Orchestrate </a:t>
            </a:r>
            <a:r>
              <a:rPr dirty="0"/>
              <a:t>– Agent orchestration and workflow automation</a:t>
            </a:r>
          </a:p>
          <a:p>
            <a:endParaRPr dirty="0"/>
          </a:p>
          <a:p>
            <a:r>
              <a:rPr b="1" dirty="0"/>
              <a:t>IBM Granite Models </a:t>
            </a:r>
            <a:r>
              <a:rPr dirty="0"/>
              <a:t>– Business reasoning, idea generation, summarization, and recommendations</a:t>
            </a:r>
          </a:p>
          <a:p>
            <a:endParaRPr dirty="0"/>
          </a:p>
          <a:p>
            <a:r>
              <a:rPr b="1" dirty="0"/>
              <a:t>IBM Cloud </a:t>
            </a:r>
            <a:r>
              <a:rPr dirty="0"/>
              <a:t>– Secure and scalable deployment infrastructure</a:t>
            </a:r>
          </a:p>
          <a:p>
            <a:endParaRPr dirty="0"/>
          </a:p>
          <a:p>
            <a:r>
              <a:rPr b="1" dirty="0"/>
              <a:t>IBM watsonx.ai </a:t>
            </a:r>
            <a:r>
              <a:rPr dirty="0"/>
              <a:t>– Foundation model access and AI governance</a:t>
            </a:r>
          </a:p>
          <a:p>
            <a:endParaRPr dirty="0"/>
          </a:p>
          <a:p>
            <a:r>
              <a:rPr b="1" dirty="0"/>
              <a:t>RAG (Optional Enhancement) </a:t>
            </a:r>
            <a:r>
              <a:rPr dirty="0"/>
              <a:t>– Retrieval of market reports, startup trends, and industry insights</a:t>
            </a:r>
          </a:p>
          <a:p>
            <a:endParaRPr dirty="0"/>
          </a:p>
          <a:p>
            <a:r>
              <a:rPr b="1" dirty="0"/>
              <a:t>Vector Database (Optional) </a:t>
            </a:r>
            <a:r>
              <a:rPr dirty="0"/>
              <a:t>– Storage and retrieval of business knowledge and trend data</a:t>
            </a:r>
          </a:p>
          <a:p>
            <a:endParaRPr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7310347" cy="448508"/>
          </a:xfrm>
          <a:prstGeom prst="rect">
            <a:avLst/>
          </a:prstGeom>
          <a:noFill/>
          <a:ln>
            <a:noFill/>
          </a:ln>
        </p:spPr>
        <p:txBody>
          <a:bodyPr spcFirstLastPara="1" wrap="square" lIns="0" tIns="0" rIns="0" bIns="0" anchor="t" anchorCtr="0">
            <a:noAutofit/>
          </a:bodyPr>
          <a:lstStyle/>
          <a:p>
            <a:r>
              <a:rPr sz="2400" b="1" dirty="0"/>
              <a:t>IBM </a:t>
            </a:r>
            <a:r>
              <a:rPr sz="2400" b="1" dirty="0" err="1"/>
              <a:t>watsonx</a:t>
            </a:r>
            <a:r>
              <a:rPr sz="2400" b="1" dirty="0"/>
              <a:t> Orchestrate Components Used -</a:t>
            </a: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r>
              <a:rPr dirty="0"/>
              <a:t>1) User Input Component – Collects skills, interests, budget, and goals</a:t>
            </a:r>
          </a:p>
          <a:p>
            <a:endParaRPr dirty="0"/>
          </a:p>
          <a:p>
            <a:r>
              <a:rPr dirty="0"/>
              <a:t>2) IBM </a:t>
            </a:r>
            <a:r>
              <a:rPr dirty="0" err="1"/>
              <a:t>watsonx</a:t>
            </a:r>
            <a:r>
              <a:rPr dirty="0"/>
              <a:t> Orchestrate Agent – Coordinates business idea generation workflow</a:t>
            </a:r>
          </a:p>
          <a:p>
            <a:endParaRPr dirty="0"/>
          </a:p>
          <a:p>
            <a:r>
              <a:rPr dirty="0"/>
              <a:t>3) IBM Granite Model – Generates personalized business recommendations</a:t>
            </a:r>
          </a:p>
          <a:p>
            <a:endParaRPr dirty="0"/>
          </a:p>
          <a:p>
            <a:r>
              <a:rPr dirty="0"/>
              <a:t>4) Business Evaluation Module – Assesses feasibility, cost, and scalability</a:t>
            </a:r>
          </a:p>
          <a:p>
            <a:endParaRPr dirty="0"/>
          </a:p>
          <a:p>
            <a:r>
              <a:rPr dirty="0"/>
              <a:t>5) Recommendation Output – Presents ranked business ideas and launch roadmap</a:t>
            </a:r>
          </a:p>
          <a:p>
            <a:endParaRPr dirty="0"/>
          </a:p>
          <a:p>
            <a:r>
              <a:rPr dirty="0"/>
              <a:t>6) Market Insights Module – Provides trend and opportunity analysis</a:t>
            </a:r>
          </a:p>
          <a:p>
            <a:endParaRPr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F9D10-C1EB-5E5F-B0D1-D4C945380226}"/>
              </a:ext>
            </a:extLst>
          </p:cNvPr>
          <p:cNvSpPr>
            <a:spLocks noGrp="1"/>
          </p:cNvSpPr>
          <p:nvPr>
            <p:ph type="title"/>
          </p:nvPr>
        </p:nvSpPr>
        <p:spPr>
          <a:xfrm>
            <a:off x="838200" y="201706"/>
            <a:ext cx="10515600" cy="422680"/>
          </a:xfrm>
        </p:spPr>
        <p:txBody>
          <a:bodyPr>
            <a:normAutofit fontScale="90000"/>
          </a:bodyPr>
          <a:lstStyle/>
          <a:p>
            <a:pPr>
              <a:lnSpc>
                <a:spcPct val="100000"/>
              </a:lnSpc>
              <a:buClr>
                <a:srgbClr val="051D3A"/>
              </a:buClr>
              <a:buSzPts val="3500"/>
            </a:pPr>
            <a:r>
              <a:rPr lang="en-IN" sz="2400" b="1" dirty="0" err="1">
                <a:solidFill>
                  <a:srgbClr val="000000"/>
                </a:solidFill>
                <a:latin typeface="Arial"/>
                <a:cs typeface="Arial"/>
                <a:sym typeface="Arial"/>
              </a:rPr>
              <a:t>watson</a:t>
            </a:r>
            <a:r>
              <a:rPr lang="en-IN" sz="2400" b="1" dirty="0">
                <a:solidFill>
                  <a:srgbClr val="000000"/>
                </a:solidFill>
                <a:latin typeface="Arial"/>
                <a:cs typeface="Arial"/>
                <a:sym typeface="Arial"/>
              </a:rPr>
              <a:t> x orchestrate -</a:t>
            </a:r>
          </a:p>
        </p:txBody>
      </p:sp>
      <p:pic>
        <p:nvPicPr>
          <p:cNvPr id="5" name="Picture 4">
            <a:extLst>
              <a:ext uri="{FF2B5EF4-FFF2-40B4-BE49-F238E27FC236}">
                <a16:creationId xmlns:a16="http://schemas.microsoft.com/office/drawing/2014/main" id="{ED1122B3-AA56-37E0-AAFA-BDDD54748AEB}"/>
              </a:ext>
            </a:extLst>
          </p:cNvPr>
          <p:cNvPicPr>
            <a:picLocks noChangeAspect="1"/>
          </p:cNvPicPr>
          <p:nvPr/>
        </p:nvPicPr>
        <p:blipFill>
          <a:blip r:embed="rId2"/>
          <a:stretch>
            <a:fillRect/>
          </a:stretch>
        </p:blipFill>
        <p:spPr>
          <a:xfrm>
            <a:off x="566867" y="698661"/>
            <a:ext cx="11058265" cy="5957633"/>
          </a:xfrm>
          <a:prstGeom prst="rect">
            <a:avLst/>
          </a:prstGeom>
        </p:spPr>
      </p:pic>
    </p:spTree>
    <p:extLst>
      <p:ext uri="{BB962C8B-B14F-4D97-AF65-F5344CB8AC3E}">
        <p14:creationId xmlns:p14="http://schemas.microsoft.com/office/powerpoint/2010/main" val="802348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EF670-E728-2091-BB6C-3F4D4CCEEECC}"/>
              </a:ext>
            </a:extLst>
          </p:cNvPr>
          <p:cNvSpPr>
            <a:spLocks noGrp="1"/>
          </p:cNvSpPr>
          <p:nvPr>
            <p:ph type="title"/>
          </p:nvPr>
        </p:nvSpPr>
        <p:spPr>
          <a:xfrm>
            <a:off x="768239" y="135380"/>
            <a:ext cx="10515600" cy="763117"/>
          </a:xfrm>
        </p:spPr>
        <p:txBody>
          <a:bodyPr>
            <a:normAutofit/>
          </a:bodyPr>
          <a:lstStyle/>
          <a:p>
            <a:r>
              <a:rPr lang="en-US" sz="3200" dirty="0"/>
              <a:t>Tokens before and after</a:t>
            </a:r>
            <a:endParaRPr lang="en-IN" sz="3200" dirty="0"/>
          </a:p>
        </p:txBody>
      </p:sp>
      <p:pic>
        <p:nvPicPr>
          <p:cNvPr id="5" name="Picture 4">
            <a:extLst>
              <a:ext uri="{FF2B5EF4-FFF2-40B4-BE49-F238E27FC236}">
                <a16:creationId xmlns:a16="http://schemas.microsoft.com/office/drawing/2014/main" id="{E386E7A7-013B-9C1E-7444-E29E373F97EC}"/>
              </a:ext>
            </a:extLst>
          </p:cNvPr>
          <p:cNvPicPr>
            <a:picLocks noChangeAspect="1"/>
          </p:cNvPicPr>
          <p:nvPr/>
        </p:nvPicPr>
        <p:blipFill>
          <a:blip r:embed="rId2"/>
          <a:stretch>
            <a:fillRect/>
          </a:stretch>
        </p:blipFill>
        <p:spPr>
          <a:xfrm>
            <a:off x="768239" y="1577140"/>
            <a:ext cx="4382112" cy="1743318"/>
          </a:xfrm>
          <a:prstGeom prst="rect">
            <a:avLst/>
          </a:prstGeom>
        </p:spPr>
      </p:pic>
      <p:pic>
        <p:nvPicPr>
          <p:cNvPr id="7" name="Picture 6">
            <a:extLst>
              <a:ext uri="{FF2B5EF4-FFF2-40B4-BE49-F238E27FC236}">
                <a16:creationId xmlns:a16="http://schemas.microsoft.com/office/drawing/2014/main" id="{77C68876-D762-39BA-4385-FDB663F9A4DF}"/>
              </a:ext>
            </a:extLst>
          </p:cNvPr>
          <p:cNvPicPr>
            <a:picLocks noChangeAspect="1"/>
          </p:cNvPicPr>
          <p:nvPr/>
        </p:nvPicPr>
        <p:blipFill>
          <a:blip r:embed="rId3"/>
          <a:stretch>
            <a:fillRect/>
          </a:stretch>
        </p:blipFill>
        <p:spPr>
          <a:xfrm>
            <a:off x="6513858" y="1114425"/>
            <a:ext cx="3219450" cy="4629150"/>
          </a:xfrm>
          <a:prstGeom prst="rect">
            <a:avLst/>
          </a:prstGeom>
        </p:spPr>
      </p:pic>
    </p:spTree>
    <p:extLst>
      <p:ext uri="{BB962C8B-B14F-4D97-AF65-F5344CB8AC3E}">
        <p14:creationId xmlns:p14="http://schemas.microsoft.com/office/powerpoint/2010/main" val="3578283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t>Role of Agentic AI in the Solution</a:t>
            </a:r>
          </a:p>
          <a:p>
            <a:endParaRPr/>
          </a:p>
          <a:p>
            <a:r>
              <a:t>Agentic AI enables the Smart Business Idea Generator to act as an intelligent business consultant rather than a simple chatbot.</a:t>
            </a:r>
          </a:p>
          <a:p>
            <a:endParaRPr/>
          </a:p>
          <a:p>
            <a:r>
              <a:t>The agent gathers user information, analyzes constraints and opportunities, evaluates multiple business paths, and generates personalized recommendations.</a:t>
            </a:r>
          </a:p>
          <a:p>
            <a:endParaRPr/>
          </a:p>
          <a:p>
            <a:r>
              <a:t>It can:</a:t>
            </a:r>
          </a:p>
          <a:p>
            <a:r>
              <a:t>• Understand user goals and resources</a:t>
            </a:r>
          </a:p>
          <a:p>
            <a:r>
              <a:t>• Generate and compare multiple business ideas</a:t>
            </a:r>
          </a:p>
          <a:p>
            <a:r>
              <a:t>• Assess feasibility and risks</a:t>
            </a:r>
          </a:p>
          <a:p>
            <a:r>
              <a:t>• Recommend revenue models</a:t>
            </a:r>
          </a:p>
          <a:p>
            <a:r>
              <a:t>• Suggest implementation roadmaps</a:t>
            </a:r>
          </a:p>
          <a:p>
            <a:endParaRPr/>
          </a:p>
          <a:p>
            <a:r>
              <a:t>This creates a proactive and personalized experience that helps users discover realistic business opportunities.</a:t>
            </a:r>
          </a:p>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t>The proposed Smart Business Idea Generator Agent stands out through:</a:t>
            </a:r>
          </a:p>
          <a:p>
            <a:endParaRPr/>
          </a:p>
          <a:p>
            <a:r>
              <a:t>• Personalized Recommendations based on skills, interests, and budget</a:t>
            </a:r>
          </a:p>
          <a:p>
            <a:r>
              <a:t>• Agentic Decision-Making rather than static responses</a:t>
            </a:r>
          </a:p>
          <a:p>
            <a:r>
              <a:t>• Business Feasibility Analysis for each idea</a:t>
            </a:r>
          </a:p>
          <a:p>
            <a:r>
              <a:t>• Market Opportunity Assessment using current trends</a:t>
            </a:r>
          </a:p>
          <a:p>
            <a:r>
              <a:t>• Startup Cost and Revenue Estimation</a:t>
            </a:r>
          </a:p>
          <a:p>
            <a:r>
              <a:t>• Launch Roadmap Generation</a:t>
            </a:r>
          </a:p>
          <a:p>
            <a:r>
              <a:t>• Scalable Architecture powered by IBM Granite and watsonx technologies</a:t>
            </a:r>
          </a:p>
          <a:p>
            <a:endParaRPr/>
          </a:p>
          <a:p>
            <a:r>
              <a:t>The solution acts as a virtual business mentor that helps users move from ideas to execution.</a:t>
            </a:r>
          </a:p>
          <a:p>
            <a:endParaRPr/>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r>
              <a:rPr lang="en-US" sz="1850" dirty="0">
                <a:latin typeface="Times New Roman"/>
                <a:ea typeface="Times New Roman"/>
                <a:cs typeface="Times New Roman"/>
                <a:sym typeface="Times New Roman"/>
              </a:rPr>
              <a:t> </a:t>
            </a:r>
            <a:r>
              <a:rPr lang="en-US" sz="1850" dirty="0">
                <a:latin typeface="Times New Roman"/>
                <a:ea typeface="Times New Roman"/>
                <a:cs typeface="Times New Roman"/>
                <a:sym typeface="Times New Roman"/>
                <a:hlinkClick r:id="rId3"/>
              </a:rPr>
              <a:t>https://github.com/Divyesh-Sud/Smart-Business-Idea-Generator-Agent.git</a:t>
            </a:r>
            <a:endParaRPr lang="en-US" sz="1850" dirty="0">
              <a:solidFill>
                <a:srgbClr val="2B3541"/>
              </a:solidFill>
              <a:latin typeface="Times New Roman"/>
              <a:ea typeface="Times New Roman"/>
              <a:cs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t>1. Integration with Real-Time Market Data</a:t>
            </a:r>
          </a:p>
          <a:p>
            <a:r>
              <a:t>Connect with market intelligence platforms to provide dynamic business opportunities and trend analysis.</a:t>
            </a:r>
          </a:p>
          <a:p>
            <a:endParaRPr/>
          </a:p>
          <a:p>
            <a:r>
              <a:t>2. Advanced Business Planning</a:t>
            </a:r>
          </a:p>
          <a:p>
            <a:r>
              <a:t>Generate Lean Canvas, SWOT analysis, marketing plans, and financial projections automatically.</a:t>
            </a:r>
          </a:p>
          <a:p>
            <a:endParaRPr/>
          </a:p>
          <a:p>
            <a:r>
              <a:t>3. Industry-Specific Agents</a:t>
            </a:r>
          </a:p>
          <a:p>
            <a:r>
              <a:t>Dedicated agents for technology, agriculture, healthcare, education, retail, and service industries.</a:t>
            </a:r>
          </a:p>
          <a:p>
            <a:endParaRPr/>
          </a:p>
          <a:p>
            <a:r>
              <a:t>4. Multilingual Support</a:t>
            </a:r>
          </a:p>
          <a:p>
            <a:r>
              <a:t>Enable business idea generation and consulting in multiple languages.</a:t>
            </a:r>
          </a:p>
          <a:p>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8263BAAF-0B12-C4EE-2AC0-B60DBF08ACB8}"/>
              </a:ext>
            </a:extLst>
          </p:cNvPr>
          <p:cNvPicPr>
            <a:picLocks noChangeAspect="1"/>
          </p:cNvPicPr>
          <p:nvPr/>
        </p:nvPicPr>
        <p:blipFill>
          <a:blip r:embed="rId2"/>
          <a:stretch>
            <a:fillRect/>
          </a:stretch>
        </p:blipFill>
        <p:spPr>
          <a:xfrm>
            <a:off x="2620881" y="1213281"/>
            <a:ext cx="6950237" cy="5366138"/>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AA862783-5246-B6B1-D0FD-C0A94C9224A1}"/>
              </a:ext>
            </a:extLst>
          </p:cNvPr>
          <p:cNvPicPr>
            <a:picLocks noChangeAspect="1"/>
          </p:cNvPicPr>
          <p:nvPr/>
        </p:nvPicPr>
        <p:blipFill>
          <a:blip r:embed="rId2"/>
          <a:stretch>
            <a:fillRect/>
          </a:stretch>
        </p:blipFill>
        <p:spPr>
          <a:xfrm>
            <a:off x="2086060" y="1200580"/>
            <a:ext cx="8373272" cy="5207574"/>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TotalTime>
  <Words>794</Words>
  <Application>Microsoft Office PowerPoint</Application>
  <PresentationFormat>Widescreen</PresentationFormat>
  <Paragraphs>126</Paragraphs>
  <Slides>15</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watson x orchestrate -</vt:lpstr>
      <vt:lpstr>Tokens before and after</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Divyesh Sud</cp:lastModifiedBy>
  <cp:revision>18</cp:revision>
  <dcterms:created xsi:type="dcterms:W3CDTF">2025-07-08T05:06:56Z</dcterms:created>
  <dcterms:modified xsi:type="dcterms:W3CDTF">2026-06-24T05:27:04Z</dcterms:modified>
</cp:coreProperties>
</file>